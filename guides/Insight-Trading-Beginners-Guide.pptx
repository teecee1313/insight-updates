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 Trading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Setup &amp; How-To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 access code to your first practice trade — and understanding what the app tells you along the way.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money only  ·  Research tool, not financial advice  ·  v782 · Aug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Insight Trading 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AAB4C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End-of-day, on purpose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and volumes as of each market close. Decisions are made calmly after the close, not in the noise of the day.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4340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AAB4C4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money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0" y="269748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is simulated. The point is to learn — and to feel a losing streak — before real money is involved anywhere.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AAB4C4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6676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Evidence, with receipts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366760" y="269748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is replayed against ten years of history and graded. Failed ideas are published where you read them, not hidden.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screener plus a paper-trading simulator for the ASX — not a broker, not advice.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in five minutes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web address you were given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17320" y="18928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browser — nothing to install from an app store.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15768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6700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access code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17320" y="30998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trial code works on two devices (phone + computer).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17320" y="38770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Home Screen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30682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iPhone: Safari &gt; Share &gt; Add to Home Screen.  Android: Chrome menu &gt; Add to Home screen.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129784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1297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17320" y="50840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Starter or Advanced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17320" y="55138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= simplified. Advanced = every scan and setting. This guide uses Advanced.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data load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</a:t>
            </a:r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"Refresh / redownload data"</a:t>
            </a:r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left panel. The first load fetches ~2,200 investable ASX shares — ordinary shares only. Warrants, notes and bonds are skipped on purpose, and the banner says so.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4F6F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76148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"Volume, streaks &amp; signals ready — from the data saved on this device"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32004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Normal. Signals are computed locally from stored history.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4F6FA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9959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live list came back smaller than expected"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434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Protection. The app keeps your fuller saved view rather than trusting a bad download.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4F6FA"/>
          </a:solidFill>
          <a:ln w="12700">
            <a:solidFill>
              <a:srgbClr val="6B7B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30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banner at the top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updates itself — take updates when offered.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screen, in one tour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691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Radar (top)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176272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 for gainers, volume events, trends and Evidence. Every tile is tap-to-filter — taps combine; "Showing" clears.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691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table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92240" y="2176272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share: price, change, PN EDGE, volume vs 3-month average, streaks, score /10, signal chips. Tap a code for its report card; tap the star to watchlist.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069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panel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4553712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buttons, settings, the scans — including the "searches, not verdicts" group and the graded pair: Best Evidence Today and Climbers Today.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393192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4069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4553712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balance, Watchlist, Lessons, Training.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four-tap daily routine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market close — a few minutes, total.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182B4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20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880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Today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 snapshot. Ten seconds of context.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0712" y="173736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182B4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1920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593592" y="2880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20 to Watch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93592" y="36118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evidence first, then score /10. Quiet shares with evidence outrank lively ones without.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173736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182B4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1920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55664" y="2880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Evidence Today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55664" y="36118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shares whose strongest firing signal carries a graded, positive edge.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34856" y="173736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182B4F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17736" y="1920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317736" y="2880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picks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17736" y="36118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tested rules would buy — sized, priced, reasons attached. "Nothing qualified" is the system working.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your rule set — start with Defender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All-rounder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4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 15% / Stop 15%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 20% / Stop 15%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trailing stop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Ten-year character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 64.1% of trades. Worst drawdown -8.5%. Longest losing run: 11.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evidence-backed default. Band $0.20-$1.99 re-set on the ten-year test.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peak — wins less often; profit comes from rare big runs.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Beginners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Defender feels boring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you have survived a streak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all three: 2% dip entry · 1% risk per trade · 5-day cooldown · index-above-50-day gate. One tap applies and saves the whole set.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number after — Save keeps it. The preset numbers are the tested ones; edits are you departing from the evidence, knowingly.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Defender, in three numbers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4F6F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031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64.1%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5661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trades won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ten-year test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4F6FA"/>
          </a:solidFill>
          <a:ln/>
        </p:spPr>
      </p:sp>
      <p:sp>
        <p:nvSpPr>
          <p:cNvPr id="8" name="Text 6"/>
          <p:cNvSpPr/>
          <p:nvPr/>
        </p:nvSpPr>
        <p:spPr>
          <a:xfrm>
            <a:off x="4343400" y="21031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-8.5%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343400" y="35661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drawdown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43400" y="4069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the account ever fell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0B1730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21031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138160" y="35661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 losing run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38160" y="4069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arithmetic, not malfunction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1% risk per trade, that 11-loss streak costs about 10% of the account — painful, recoverable, and the reason position sizing is rule one.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robot and the report-card ladder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makes practice buys each data day, following your rules exactly.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671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Auto-follow the ladder: ON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26243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buys only shares firing the top-rated PROVEN signals on your report card. As signals prove or fade, it follows — no re-ticking.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4747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584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lane: Best proven scan (auto)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77240" y="4041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follows whichever lens your card currently grades best. Other lanes exist; the default is the evidence-driven 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5001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 gates are the feature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77240" y="545896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gate, price band, 2% dip, 1% risk, cooldown, index gate. Many days it buys nothing — that is honesty, not silence.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evidence: the PN Edge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is replayed against history and graded: how did shares do after it fired, versus the market?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2E8B5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26080" y="2194560"/>
            <a:ext cx="2377440" cy="457200"/>
          </a:xfrm>
          <a:prstGeom prst="roundRect">
            <a:avLst>
              <a:gd name="adj" fmla="val 24000"/>
            </a:avLst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2194560"/>
            <a:ext cx="2743200" cy="457200"/>
          </a:xfrm>
          <a:prstGeom prst="roundRect">
            <a:avLst>
              <a:gd name="adj" fmla="val 24000"/>
            </a:avLst>
          </a:prstGeom>
          <a:solidFill>
            <a:srgbClr val="8FA3C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2194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PROVEN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at least 2.5x its margin of error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2608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1.5x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existed, no edge found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0B173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576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"+$3.35 / $100"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historically, $100 placed on this signal returned $3.35 more than the market over the holding window. A tier is only awarded when the edge is positive.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the PN EDGE tile in the radar filters the whole table to shares carrying a proven positive edge today — one tap, combinable with any other tile.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"These are searches, not verdicts" — the scans in that warning box find untested patterns. For looking, never a reason to buy.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part nobody tells beginners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Losing streaks are the design, not a malfunction.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73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0116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so a loss is boring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2514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risk per trade. An 11-loss streak = about 10% of the account. Painful. Recoverable.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73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4290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every qualifying trade — or none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profits come from a few big winners. Skip trades and you are absent for exactly those.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800600"/>
            <a:ext cx="73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463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until a streak has been FELT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the fake money is for. Judge a rule set by whether you can live with it, not by a week.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Watchlist, Lessons and Training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Watchlist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91840" y="1691640"/>
            <a:ext cx="8046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any row. The list remembers WHY you starred it — score and signals at that moment. "How is my eye?" grades your past stars; a stale-star sweep flags dead ones.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291840" y="3246120"/>
            <a:ext cx="8046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Fifty-plus short lessons with quizzes — the app explains itself, honestly, including where its own ideas failed testing.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800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91840" y="4800600"/>
            <a:ext cx="8046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Replays real historical days against your rules, so you practise decisions where the outcome is knowable.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something looks wrong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4F6F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105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company names / short list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"Load" again. Persists? Tell support — the data feed needs attention.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4F6F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8105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Scores all zero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49224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history load has not finished on this device. Give it time, press "Load" once more.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4F6F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0050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Dashes ( - ) in the Evidence row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77240" y="4617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view has not been evidence-checked yet. Tapping any evidence tile runs the check.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384048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4F6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40050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Anything else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492240" y="4617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it. The exact screen is the fastest bug report there is.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promise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claim is tested against ten years of real data before it is shown — and negative results are published where you read the claim, not hidden.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signals are estimates inferred from price and volume — not recommendations, not predictions. Verify everything against official sources. Treat this app as what it is: a place to practise judgement with honest numbers.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tool, not financial advice · (c) 2026 Insight Trading · ABN 49 691 811 293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2026-08-16T00:24:27Z</dcterms:created>
  <dcterms:modified xsi:type="dcterms:W3CDTF">2026-08-16T00:24:27Z</dcterms:modified>
</cp:coreProperties>
</file>