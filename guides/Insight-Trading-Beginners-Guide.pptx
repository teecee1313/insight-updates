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Trading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Setup &amp; How-To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access code to your first practice trade — and understanding what the app tells you along the way.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money only  ·  Research tool, not financial advice  ·  v782 · Aug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Insight Trading 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AAB4C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End-of-day, on purpose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and volumes as of each market close. Decisions are made calmly after the close, not in the noise of the 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AAB4C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money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0" y="269748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is simulated. The point is to learn — and to feel a losing streak — before real money is involved anywhere.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AAB4C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with receipts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66760" y="269748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is replayed against ten years of history and graded. Failed ideas are published where you read them, not hidden.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screener plus a paper-trading simulator for the ASX — not a broker, not advice.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in five minutes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 address you were given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892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 — nothing to install from an app store.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6700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access code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0998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trial code works on two devices (phone + computer).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2277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3068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iPhone: Safari &gt; Share &gt; Add to Home Screen.  Android: Chrome menu &gt; Add to Home screen.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129784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29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840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Starter or Advanced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5138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= simplified. Advanced = every scan and setting. This guide uses Advanced.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data load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</a:t>
            </a:r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"Refresh / redownload data"</a:t>
            </a:r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left panel. The first load fetches ~2,200 investable ASX shares — ordinary shares only. Warrants, notes and bonds are skipped on purpose, and the banner says so.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7614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"Volume, streaks &amp; signals ready — from the data saved on this device"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Normal. Signals are computed locally from stored history.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9959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live list came back smaller than expected"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Protection. The app keeps your fuller saved view rather than trusting a bad download.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6B7B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230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banner at the top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updates itself — take updates when offered.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screen, in one tour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Radar (top)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17627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for gainers, volume events, trends and Evidence. Every tile is tap-to-filter — taps combine; "Showing" clears.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217627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share: price, change, PN EDGE, volume vs 3-month average, streaks, score /10, signal chips. Tap a code for its report card; tap the star to watchlist.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panel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455371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buttons, settings, the scans — including the "searches, not verdicts" group and the graded pair: Best Evidence Today and Climbers Today.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9319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455371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balance, Watchlist, Lessons, Training.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four-tap daily routine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market close — a few minutes, total.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182B4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Today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snapshot. Ten seconds of context.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182B4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93592" y="2880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20 to Watch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93592" y="36118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evidence first, then score /10. Quiet shares with evidence outrank lively ones without.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182B4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55664" y="2880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Evidence Today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55664" y="36118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shares whose strongest firing signal carries a graded, positive edge.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182B4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317736" y="2880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picks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17736" y="36118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tested rules would buy — sized, priced, reasons attached. "Nothing qualified" is the system working.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your rule set — start with Defender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All-rounder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3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15% / Stop 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20% / Stop 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trailing stop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3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Ten-year character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 64.1% of trades. Worst drawdown -8.5%. Longest losing run: 11.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evidence-backed default. Band $0.20-$1.99 re-set on the ten-year test.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peak — wins less often; profit comes from rare big runs.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3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Defender feels boring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you have survived a streak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all three: 2% dip entry · 1% risk per trade · 5-day cooldown · index-above-50-day gate. One tap applies and saves the whole set.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number after — Save keeps it. The preset numbers are the tested ones; edits are you departing from the evidence, knowingly.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Defender, in three numbers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6F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64.1%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trades won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ten-year test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21031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-8.5%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343400" y="3566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drawdown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the account ever fell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0B1730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1031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138160" y="3566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losing run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3816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not malfunction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1% risk per trade, that 11-loss streak costs about 10% of the account — painful, recoverable, and the reason position sizing is rule one.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robot and the report-card ladder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makes practice buys each data day, following your rules exactly.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67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Auto-follow the ladder: 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624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buys only shares firing the top-rated PROVEN signals on your report card. As signals prove or fade, it follows — no re-ticking.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84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lane: Best proven scan (auto)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4041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follows whichever lens your card currently grades best. Other lanes exist; the default is the evidence-driven 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001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gates are the feature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7240" y="54589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gate, price band, 2% dip, 1% risk, cooldown, index gate. Many days it buys nothing — that is honesty, not silence.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evidence: the PN Edge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is replayed against history and asked one question: after it fired, did shares beat the market — and could the answer just be luck? A handful of good results might be. Hundreds of steady ones cannot be.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2E8B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219456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219456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8FA3C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 practically ruled out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real — thinner evidence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 could still explain 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B173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57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"+$3.35 / $100"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historically, $100 placed on this signal returned $3.35 more than the market over the holding window. A tier is only awarded when the edge is positive.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the PN EDGE tile in the radar filters the whole table to shares carrying a proven positive edge today — one tap, combinable with any other tile.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are searches, not verdicts" — the scans in that warning box find untested patterns. For looking, never a reason to buy.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 nobody tells beginners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streaks are the design, not a malfunction.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2011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so a loss is boring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risk per trade. An 11-loss streak = about 10% of the account. Painful. Recoverable.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3429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every qualifying trade — or none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profits come from a few big winners. Skip trades and you are absent for exactly those.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554480" y="4846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until a streak has been FELT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the fake money is for. Judge a rule set by whether you can live with it, not by a week.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Watchlist, Lessons and Training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Watchlist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91840" y="169164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any row. The list remembers WHY you starred it — score and signals at that moment. "How is my eye?" grades your past stars; a stale-star sweep flags dead ones.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91840" y="324612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Fifty-plus short lessons with quizzes — the app explains itself, honestly, including where its own ideas failed testing.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91840" y="480060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real historical days against your rules, so you practise decisions where the outcome is knowable.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something looks wrong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10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company names / short list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"Load" again. Persists? Tell support — the data feed needs attention.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810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all zero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9224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history load has not finished on this device. Give it time, press "Load" once more.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0050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Dashes ( - ) in the Evidence row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view has not been evidence-checked yet. Tapping any evidence tile runs the check.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840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0050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else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92240" y="4617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it. The exact screen is the fastest bug report there is.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promise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is tested against ten years of real data before it is shown — and negative results are published where you read the claim, not hidden.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signals are estimates inferred from price and volume — not recommendations, not predictions. Verify everything against official sources. Treat this app as what it is: a place to practise judgement with honest numbers.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tool, not financial advice · (c) 2026 Insight Trading · ABN 49 691 811 293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2026-08-16T02:49:07Z</dcterms:created>
  <dcterms:modified xsi:type="dcterms:W3CDTF">2026-08-16T02:49:07Z</dcterms:modified>
</cp:coreProperties>
</file>